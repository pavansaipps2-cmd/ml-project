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Mukta Bold" panose="020B0604020202020204" charset="0"/>
      <p:regular r:id="rId12"/>
    </p:embeddedFont>
    <p:embeddedFont>
      <p:font typeface="Mukta Light" panose="020B0604020202020204" charset="0"/>
      <p:regular r:id="rId13"/>
    </p:embeddedFont>
    <p:embeddedFont>
      <p:font typeface="Prompt Medium" panose="020B0502040204020203" pitchFamily="2" charset="-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007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761728"/>
            <a:ext cx="10723294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Hospital Readmission Prediction Using Elastic Net Regularized Logistic Regression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3010991"/>
            <a:ext cx="1072329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Team Members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4200" y="3617020"/>
            <a:ext cx="10723294" cy="1479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P. Pavan Sai (2520030417)</a:t>
            </a:r>
            <a:endParaRPr lang="en-US" sz="1650" dirty="0"/>
          </a:p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U. Ankith (2520030403)</a:t>
            </a:r>
            <a:endParaRPr lang="en-US" sz="1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Section: 03 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474688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Abstract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2476996"/>
            <a:ext cx="10723294" cy="2906316"/>
          </a:xfrm>
          <a:prstGeom prst="rect">
            <a:avLst/>
          </a:prstGeom>
          <a:noFill/>
          <a:ln/>
        </p:spPr>
        <p:txBody>
          <a:bodyPr wrap="square" lIns="0" tIns="8392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Challenge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Unplanned readmissions worsen outcomes and drive up hospital costs; predicting them reliably remains hard.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Goal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Build a robust, interpretable model using Elastic Net logistic regression to forecast 30-day readmission risk from EHR-derived clinical profiles.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Methodology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Combine L1 and L2 penalties for feature selection and multicollinearity control; implement cross-validated hyperparameter tuning.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Evaluation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Assess model with accuracy, precision, recall, F1-score, and ROC‑AUC to balance discrimination and clinical interpretability.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011065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Problem Statement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2677616"/>
            <a:ext cx="1072329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predicting readmissions is hard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4200" y="3283645"/>
            <a:ext cx="10723294" cy="1563291"/>
          </a:xfrm>
          <a:prstGeom prst="rect">
            <a:avLst/>
          </a:prstGeom>
          <a:noFill/>
          <a:ln/>
        </p:spPr>
        <p:txBody>
          <a:bodyPr wrap="square" lIns="0" tIns="8392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High-dimensional EHRs produce many correlated variables, creating multicollinearity.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Noisy and missing data increase risk of spurious patterns and overfitting.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Black-box models lack transparency, limiting clinical trust and adoption.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Need for a solution that preserves predictive performance and provides interpretable risk drivers.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592090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Proposed Solution — Model Overview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3594398"/>
            <a:ext cx="10723294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 Elastic Net Regularized Logistic Regression: tune alpha (mixing parameter) and lambda (regularization strength) via nested cross-validation to find the optimal balance between sparsity (L1) and stability (L2).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847155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Mechanics — L1 and L2 Roles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2849463"/>
            <a:ext cx="10723294" cy="216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L1 (Lasso): Promotes sparsity by forcing irrelevant coefficients to zero — automatic feature selection that simplifies model interpretation.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L2 (Ridge): Distributes shrinkage across correlated predictors to reduce variance and stabilize coefficient estimates under multicollinearity.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Elastic Net: Combines L1 and L2 to retain interpretability while improving generalization in high‑dimensional clinical datasets.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590873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Software &amp; System Requirements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2257425"/>
            <a:ext cx="1072329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Platform &amp;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4200" y="2863453"/>
            <a:ext cx="10723294" cy="1899047"/>
          </a:xfrm>
          <a:prstGeom prst="rect">
            <a:avLst/>
          </a:prstGeom>
          <a:noFill/>
          <a:ln/>
        </p:spPr>
        <p:txBody>
          <a:bodyPr wrap="square" lIns="0" tIns="8392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OS: Windows 10/11, macOS, or Linux (Ubuntu 20.04+ recommended)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Language: Python 3.8+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Key libraries: Pandas, NumPy, scikit-learn (ElasticNetCV / LogisticRegressionCV), SciPy, imbalanced-learn (if class imbalance)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Optional: SHAP or LIME for post-hoc explanations; MLflow for experiment tracking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4200" y="4998442"/>
            <a:ext cx="11332879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Recommended compute: CPU for initial experiments; GPU not required unless using complex deep learning baselines.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555750"/>
            <a:ext cx="10723294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Algorithm: Elastic Net Regularized Logistic Regression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3140770"/>
            <a:ext cx="10723294" cy="2161381"/>
          </a:xfrm>
          <a:prstGeom prst="rect">
            <a:avLst/>
          </a:prstGeom>
          <a:noFill/>
          <a:ln/>
        </p:spPr>
        <p:txBody>
          <a:bodyPr wrap="square" lIns="0" tIns="8392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Elastic Net is a regularization method that combines L1 and L2 penalties to help logistic regression handle many features and correlated variables.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Alpha controls the balance between L1 and L2. A higher alpha leans more toward L1, while a lower alpha leans more toward L2.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Lambda controls how strong the regularization is. Higher lambda means stronger penalty and more shrinking of coefficients.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474688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Implementation &amp; Evaluation Plan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2476996"/>
            <a:ext cx="10723294" cy="2906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6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Data preparation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: Extract structured features from EHR (demographics, labs, vitals, diagnoses, medications); impute missingness and encode categorical variables.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6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Modeling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: Use stratified nested cross-validation to tune alpha and lambda; evaluate class-weighting or resampling for imbalance.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6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Assessment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: Report accuracy, precision, recall, F1, ROC‑AUC; produce calibration plots and decision curves to assess clinical utility.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65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Interpretation &amp; Deployment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: Extract nonzero coefficients as ranked risk drivers; validate with domain experts and integrate into EHR CDS workflows with monitoring.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563191"/>
            <a:ext cx="10723294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 &amp; Future Scope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4200" y="2427486"/>
            <a:ext cx="10723294" cy="86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Elastic Net logistic regression provides a balanced, clinically interpretable framework for predicting hospital readmissions from high‑dimensional EHR data. It reduces noise, mitigates multicollinearity, and yields sparse, actionable feature sets suitable for clinical decision support.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34200" y="3479403"/>
            <a:ext cx="10723294" cy="633313"/>
          </a:xfrm>
          <a:prstGeom prst="rect">
            <a:avLst/>
          </a:prstGeom>
          <a:noFill/>
          <a:ln/>
        </p:spPr>
        <p:txBody>
          <a:bodyPr wrap="square" lIns="0" tIns="75528" rIns="0" bIns="0" rtlCol="0" anchor="t">
            <a:normAutofit/>
          </a:bodyPr>
          <a:lstStyle/>
          <a:p>
            <a:pPr marL="294640" indent="-29464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Clinical impact: Enables targeted interventions for high‑risk patients and resource prioritization.</a:t>
            </a:r>
            <a:endParaRPr lang="en-US" sz="1450" dirty="0"/>
          </a:p>
          <a:p>
            <a:pPr marL="294640" indent="-29464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Next steps: Incorporate longitudinal time-series features, real‑time EHR streaming, and prospective validation in clinical workflows.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47754" y="4520803"/>
            <a:ext cx="992093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Widescreen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Prompt Medium</vt:lpstr>
      <vt:lpstr>Mukta Light</vt:lpstr>
      <vt:lpstr>Arial</vt:lpstr>
      <vt:lpstr>Mukta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Pavan Sai</cp:lastModifiedBy>
  <cp:revision>2</cp:revision>
  <dcterms:created xsi:type="dcterms:W3CDTF">2026-08-28T09:18:30Z</dcterms:created>
  <dcterms:modified xsi:type="dcterms:W3CDTF">2026-08-28T09:20:54Z</dcterms:modified>
</cp:coreProperties>
</file>